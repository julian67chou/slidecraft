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5935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AI 意識分析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3959352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FFFFFF"/>
                </a:solidFill>
                <a:latin typeface="Inter"/>
              </a:rPr>
              <a:t>從圖靈測試到全局工作空間理論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371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意識的哲學基礎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中文房論證（Searle, 1980）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意識的困難問題（Chalmers, 1995）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泛心論（Panpsychism）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科學理論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全局工作空間理論（Baars, Dehaene）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整合資訊理論（Tononi）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循環處理理論（Lamme）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